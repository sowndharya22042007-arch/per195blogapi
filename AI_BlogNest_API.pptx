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640080"/>
            <a:ext cx="1005840" cy="1005840"/>
          </a:xfrm>
          <a:prstGeom prst="ellipse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463040"/>
            <a:ext cx="594360" cy="594360"/>
          </a:xfrm>
          <a:prstGeom prst="ellipse">
            <a:avLst/>
          </a:prstGeom>
          <a:solidFill>
            <a:srgbClr val="DC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1828800"/>
            <a:ext cx="411480" cy="411480"/>
          </a:xfrm>
          <a:prstGeom prst="ellipse">
            <a:avLst/>
          </a:prstGeom>
          <a:solidFill>
            <a:srgbClr val="EF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BlogNest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DE1FF"/>
                </a:solidFill>
              </a:defRPr>
            </a:pPr>
            <a:r>
              <a:t>AI Augmented Backend Development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Naan Mudhalvan • Team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Presented by: C. Sowndharya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A simple REST API foundation for managing blog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91440" cy="329184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099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0D6"/>
                </a:solidFill>
              </a:defRPr>
            </a:pPr>
            <a:r>
              <a:t>What is BlogNest?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21991"/>
            <a:ext cx="3017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 backend API that exposes blog operations through HTTP endpoints and returns structured JSON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91440" cy="3291840"/>
          </a:xfrm>
          <a:prstGeom prst="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7099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B2BE"/>
                </a:solidFill>
              </a:defRPr>
            </a:pPr>
            <a:r>
              <a:t>Why an API?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21991"/>
            <a:ext cx="3017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It separates client and server responsibilities and allows web or mobile clients to consume the same backend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0876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508760"/>
            <a:ext cx="91440" cy="329184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7099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04EBE"/>
                </a:solidFill>
              </a:defRPr>
            </a:pPr>
            <a:r>
              <a:t>Project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221991"/>
            <a:ext cx="3017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The backend can later be extended with authentication, database storage, search and AI-assisted features.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• Blog information becomes harder to manage as the number of posts grows.</a:t>
            </a:r>
          </a:p>
          <a:p>
            <a:pPr>
              <a:spcAft>
                <a:spcPts val="14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• A centralized API makes blog operations easier to organize and integrate.</a:t>
            </a:r>
          </a:p>
          <a:p>
            <a:pPr>
              <a:spcAft>
                <a:spcPts val="14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• Clients need a consistent format for sending requests and receiving results.</a:t>
            </a:r>
          </a:p>
          <a:p>
            <a:pPr>
              <a:spcAft>
                <a:spcPts val="14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t>• The project provides a practical starting point for backend and REST API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5074920"/>
            <a:ext cx="8138160" cy="685800"/>
          </a:xfrm>
          <a:prstGeom prst="roundRect">
            <a:avLst/>
          </a:prstGeom>
          <a:solidFill>
            <a:srgbClr val="12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Goal → Build a clear, testable and extensible blog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What the project is designed to demonstrate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960120" cy="960120"/>
          </a:xfrm>
          <a:prstGeom prst="ellipse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971800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Create API</a:t>
            </a:r>
          </a:p>
        </p:txBody>
      </p:sp>
      <p:sp>
        <p:nvSpPr>
          <p:cNvPr id="7" name="Oval 6"/>
          <p:cNvSpPr/>
          <p:nvPr/>
        </p:nvSpPr>
        <p:spPr>
          <a:xfrm>
            <a:off x="2926080" y="1828800"/>
            <a:ext cx="960120" cy="960120"/>
          </a:xfrm>
          <a:prstGeom prst="ellipse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971800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Manage Blogs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1828800"/>
            <a:ext cx="960120" cy="960120"/>
          </a:xfrm>
          <a:prstGeom prst="ellipse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971800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JSON Responses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1828800"/>
            <a:ext cx="960120" cy="960120"/>
          </a:xfrm>
          <a:prstGeom prst="ellipse">
            <a:avLst/>
          </a:prstGeom>
          <a:solidFill>
            <a:srgbClr val="DC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2971800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Backend Concepts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0" y="1828800"/>
            <a:ext cx="960120" cy="960120"/>
          </a:xfrm>
          <a:prstGeom prst="ellipse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971800"/>
            <a:ext cx="1417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Future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" cy="169164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0D6"/>
                </a:solidFill>
              </a:defRPr>
            </a:pPr>
            <a:r>
              <a:t>View Blogs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Retrieve the available blog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91440" cy="1691640"/>
          </a:xfrm>
          <a:prstGeom prst="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6184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B2BE"/>
                </a:solidFill>
              </a:defRPr>
            </a:pPr>
            <a:r>
              <a:t>View One Blog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30552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Fetch a selected blog by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566160"/>
            <a:ext cx="91440" cy="1691640"/>
          </a:xfrm>
          <a:prstGeom prst="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76732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A06E"/>
                </a:solidFill>
              </a:defRPr>
            </a:pPr>
            <a:r>
              <a:t>Create Blog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279392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Accept blog details through a POST request.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661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91440" cy="1691640"/>
          </a:xfrm>
          <a:prstGeom prst="rect">
            <a:avLst/>
          </a:prstGeom>
          <a:solidFill>
            <a:srgbClr val="DC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76732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4E84"/>
                </a:solidFill>
              </a:defRPr>
            </a:pPr>
            <a:r>
              <a:t>Delete Blog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279392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Remove a selected blog resource.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46888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299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0D6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Backend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91440" cy="2468880"/>
          </a:xfrm>
          <a:prstGeom prst="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20299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B2BE"/>
                </a:solidFill>
              </a:defRPr>
            </a:pPr>
            <a:r>
              <a:t>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542032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Web/API framework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2880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828800"/>
            <a:ext cx="91440" cy="246888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20299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04EBE"/>
                </a:solidFill>
              </a:defRPr>
            </a:pPr>
            <a:r>
              <a:t>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542032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HTTP-based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1828800"/>
            <a:ext cx="91440" cy="2468880"/>
          </a:xfrm>
          <a:prstGeom prst="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54111" y="20299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A06E"/>
                </a:solidFill>
              </a:defRPr>
            </a:pPr>
            <a: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1" y="2542032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Data exchange format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828800"/>
            <a:ext cx="20116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828800"/>
            <a:ext cx="91440" cy="2468880"/>
          </a:xfrm>
          <a:prstGeom prst="rect">
            <a:avLst/>
          </a:prstGeom>
          <a:solidFill>
            <a:srgbClr val="EF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1" y="20299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9134"/>
                </a:solidFill>
              </a:defRPr>
            </a:pPr>
            <a:r>
              <a:t>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1" y="2542032"/>
            <a:ext cx="1554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Version control &amp;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High-level request and response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25880"/>
            <a:ext cx="3566160" cy="640080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Client / API Testing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331720"/>
            <a:ext cx="3566160" cy="640080"/>
          </a:xfrm>
          <a:prstGeom prst="round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REST API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337560"/>
            <a:ext cx="3566160" cy="640080"/>
          </a:xfrm>
          <a:prstGeom prst="round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Flask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343400"/>
            <a:ext cx="3566160" cy="640080"/>
          </a:xfrm>
          <a:prstGeom prst="round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Blog Data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349240"/>
            <a:ext cx="3566160" cy="640080"/>
          </a:xfrm>
          <a:prstGeom prst="roundRect">
            <a:avLst/>
          </a:prstGeom>
          <a:solidFill>
            <a:srgbClr val="EF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JSON Response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65960"/>
            <a:ext cx="0" cy="347472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2971800"/>
            <a:ext cx="0" cy="347472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3977639"/>
            <a:ext cx="0" cy="347473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4983480"/>
            <a:ext cx="0" cy="347472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Working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Request → processing →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914400" cy="914400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3246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2606040"/>
            <a:ext cx="1216152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80" y="2148840"/>
            <a:ext cx="914400" cy="914400"/>
          </a:xfrm>
          <a:prstGeom prst="round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46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Route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606040"/>
            <a:ext cx="1216152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80" y="2148840"/>
            <a:ext cx="914400" cy="914400"/>
          </a:xfrm>
          <a:prstGeom prst="round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46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Process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2606040"/>
            <a:ext cx="1216152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98079" y="2148840"/>
            <a:ext cx="914400" cy="914400"/>
          </a:xfrm>
          <a:prstGeom prst="round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3246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606040"/>
            <a:ext cx="1216151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2148840"/>
            <a:ext cx="914400" cy="914400"/>
          </a:xfrm>
          <a:prstGeom prst="roundRect">
            <a:avLst/>
          </a:prstGeom>
          <a:solidFill>
            <a:srgbClr val="EF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246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2341"/>
                </a:solidFill>
              </a:defRPr>
            </a:pPr>
            <a: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Core routes used by the BlogNest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143000" cy="530352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417320"/>
            <a:ext cx="2926080" cy="530352"/>
          </a:xfrm>
          <a:prstGeom prst="roundRect">
            <a:avLst/>
          </a:prstGeom>
          <a:solidFill>
            <a:srgbClr val="12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46304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API status / welcome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58568"/>
            <a:ext cx="1143000" cy="530352"/>
          </a:xfrm>
          <a:prstGeom prst="round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258568"/>
            <a:ext cx="2926080" cy="530352"/>
          </a:xfrm>
          <a:prstGeom prst="roundRect">
            <a:avLst/>
          </a:prstGeom>
          <a:solidFill>
            <a:srgbClr val="12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/blogs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304288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View all blogs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99816"/>
            <a:ext cx="1143000" cy="530352"/>
          </a:xfrm>
          <a:prstGeom prst="round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099816"/>
            <a:ext cx="2926080" cy="530352"/>
          </a:xfrm>
          <a:prstGeom prst="roundRect">
            <a:avLst/>
          </a:prstGeom>
          <a:solidFill>
            <a:srgbClr val="12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/blogs/&lt;id&gt;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145536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View one blog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41064"/>
            <a:ext cx="1143000" cy="530352"/>
          </a:xfrm>
          <a:prstGeom prst="round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3941064"/>
            <a:ext cx="2926080" cy="530352"/>
          </a:xfrm>
          <a:prstGeom prst="roundRect">
            <a:avLst/>
          </a:prstGeom>
          <a:solidFill>
            <a:srgbClr val="12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/blogs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986784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Create a new blog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82312"/>
            <a:ext cx="1143000" cy="530352"/>
          </a:xfrm>
          <a:prstGeom prst="roundRect">
            <a:avLst/>
          </a:prstGeom>
          <a:solidFill>
            <a:srgbClr val="DC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4782312"/>
            <a:ext cx="2926080" cy="530352"/>
          </a:xfrm>
          <a:prstGeom prst="roundRect">
            <a:avLst/>
          </a:prstGeom>
          <a:solidFill>
            <a:srgbClr val="12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/blogs/&lt;id&gt;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828032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Delete a blog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How a client request moves through the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2194560" cy="914400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286000" cy="914400"/>
          </a:xfrm>
          <a:prstGeom prst="round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Flask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194560"/>
            <a:ext cx="2286000" cy="914400"/>
          </a:xfrm>
          <a:prstGeom prst="round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Blog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194560"/>
            <a:ext cx="2286000" cy="914400"/>
          </a:xfrm>
          <a:prstGeom prst="roundRect">
            <a:avLst/>
          </a:prstGeom>
          <a:solidFill>
            <a:srgbClr val="EF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JSON Response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651760"/>
            <a:ext cx="54864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06440" y="2651760"/>
            <a:ext cx="50292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2651760"/>
            <a:ext cx="45720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38404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2341"/>
                </a:solidFill>
              </a:defRPr>
            </a:pPr>
            <a:r>
              <a:t>Example: GET /blogs</a:t>
            </a:r>
          </a:p>
          <a:p>
            <a:pPr>
              <a:defRPr sz="1700">
                <a:solidFill>
                  <a:srgbClr val="232A34"/>
                </a:solidFill>
              </a:defRPr>
            </a:pPr>
            <a:r>
              <a:t>The client requests blog data → Flask handles the route → data is read → JSON is returned.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Sample JSON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Structured data returned by the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417320"/>
            <a:ext cx="8503920" cy="4206240"/>
          </a:xfrm>
          <a:prstGeom prst="roundRect">
            <a:avLst/>
          </a:prstGeom>
          <a:solidFill>
            <a:srgbClr val="12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80" y="178308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"id": 1,</a:t>
            </a:r>
            <a:br/>
            <a:r>
              <a:t>  "title": "Introduction to AI",</a:t>
            </a:r>
            <a:br/>
            <a:r>
              <a:t>  "content": "AI is transforming technology.",</a:t>
            </a:r>
            <a:br/>
            <a:r>
              <a:t>  "author": "Admin"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API Testing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011680" cy="822960"/>
          </a:xfrm>
          <a:prstGeom prst="round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Send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2423160"/>
            <a:ext cx="64008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2011680"/>
            <a:ext cx="2011680" cy="822960"/>
          </a:xfrm>
          <a:prstGeom prst="round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Check Status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0" y="2423160"/>
            <a:ext cx="64008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2011680"/>
            <a:ext cx="2011680" cy="822960"/>
          </a:xfrm>
          <a:prstGeom prst="round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Verify 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58200" y="2423160"/>
            <a:ext cx="64008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0" y="2011680"/>
            <a:ext cx="2011680" cy="822960"/>
          </a:xfrm>
          <a:prstGeom prst="round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Confirm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840480"/>
            <a:ext cx="8412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3840480"/>
            <a:ext cx="91440" cy="1234440"/>
          </a:xfrm>
          <a:prstGeom prst="rect">
            <a:avLst/>
          </a:prstGeom>
          <a:solidFill>
            <a:srgbClr val="EF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404164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9134"/>
                </a:solidFill>
              </a:defRPr>
            </a:pPr>
            <a:r>
              <a:t>Expected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455371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Each valid request should return a clear HTTP response and structured JSON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Advantages &amp;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91440" cy="429768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0D6"/>
                </a:solidFill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4754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• Simple architecture</a:t>
            </a:r>
            <a:br/>
            <a:r>
              <a:t>• Easy to test</a:t>
            </a:r>
            <a:br/>
            <a:r>
              <a:t>• Reusable API endpoints</a:t>
            </a:r>
            <a:br/>
            <a:r>
              <a:t>• JSON is widely supported</a:t>
            </a:r>
            <a:br/>
            <a:r>
              <a:t>• Easy to extend with database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91440" cy="4297680"/>
          </a:xfrm>
          <a:prstGeom prst="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18488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A06E"/>
                </a:solidFill>
              </a:defRPr>
            </a:pPr>
            <a: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30552"/>
            <a:ext cx="4754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• Blog management systems</a:t>
            </a:r>
            <a:br/>
            <a:r>
              <a:t>• Content platforms</a:t>
            </a:r>
            <a:br/>
            <a:r>
              <a:t>• Web application backends</a:t>
            </a:r>
            <a:br/>
            <a:r>
              <a:t>• Mobile app backends</a:t>
            </a:r>
            <a:br/>
            <a:r>
              <a:t>• Educational API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1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  <a:latin typeface="Aptos"/>
              </a:defRPr>
            </a:pPr>
            <a:r>
              <a:t>Possible next-stage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057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45920"/>
            <a:ext cx="91440" cy="3200400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70D6"/>
                </a:solidFill>
              </a:defRPr>
            </a:pPr>
            <a: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59152"/>
            <a:ext cx="1600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Persistent blog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645920"/>
            <a:ext cx="2057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8648" y="1645920"/>
            <a:ext cx="91440" cy="3200400"/>
          </a:xfrm>
          <a:prstGeom prst="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847088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B2BE"/>
                </a:solidFill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359152"/>
            <a:ext cx="1600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Secure user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645920"/>
            <a:ext cx="2057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02936" y="1645920"/>
            <a:ext cx="91440" cy="320040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1847088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04EBE"/>
                </a:solidFill>
              </a:defRPr>
            </a:pPr>
            <a: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359152"/>
            <a:ext cx="1600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Find posts quickly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645920"/>
            <a:ext cx="2057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07224" y="1645920"/>
            <a:ext cx="91440" cy="3200400"/>
          </a:xfrm>
          <a:prstGeom prst="rect">
            <a:avLst/>
          </a:prstGeom>
          <a:solidFill>
            <a:srgbClr val="DC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3256" y="1847088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4E84"/>
                </a:solidFill>
              </a:defRPr>
            </a:pPr>
            <a:r>
              <a:t>AI Assistance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359152"/>
            <a:ext cx="1600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Content support and smart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1645920"/>
            <a:ext cx="2057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11512" y="1645920"/>
            <a:ext cx="91440" cy="3200400"/>
          </a:xfrm>
          <a:prstGeom prst="rect">
            <a:avLst/>
          </a:prstGeom>
          <a:solidFill>
            <a:srgbClr val="26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67544" y="1847088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A06E"/>
                </a:solidFill>
              </a:defRPr>
            </a:pPr>
            <a: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544" y="2359152"/>
            <a:ext cx="1600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Host the API 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E1EBFA"/>
                </a:solidFill>
              </a:defRPr>
            </a:pPr>
            <a:r>
              <a:t>AI BlogNest API demonstrates practical backend and REST API concepts.</a:t>
            </a:r>
          </a:p>
          <a:p>
            <a:pPr>
              <a:spcAft>
                <a:spcPts val="1500"/>
              </a:spcAft>
              <a:defRPr sz="2100">
                <a:solidFill>
                  <a:srgbClr val="E1EBFA"/>
                </a:solidFill>
              </a:defRPr>
            </a:pPr>
            <a:r>
              <a:t>It provides a structured foundation for managing blog content.</a:t>
            </a:r>
          </a:p>
          <a:p>
            <a:pPr>
              <a:spcAft>
                <a:spcPts val="1500"/>
              </a:spcAft>
              <a:defRPr sz="2100">
                <a:solidFill>
                  <a:srgbClr val="E1EBFA"/>
                </a:solidFill>
              </a:defRPr>
            </a:pPr>
            <a:r>
              <a:t>The project can be extended with databases, authentication, deployment and AI-assisted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4983480"/>
            <a:ext cx="4114800" cy="822960"/>
          </a:xfrm>
          <a:prstGeom prst="roundRect">
            <a:avLst/>
          </a:prstGeom>
          <a:solidFill>
            <a:srgbClr val="1C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THANK YOU  •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8"/>
                </a:solidFill>
              </a:defRPr>
            </a:pPr>
            <a:r>
              <a:t>AI BlogNest API  •  Naan Mudhalvan Team Project                                   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